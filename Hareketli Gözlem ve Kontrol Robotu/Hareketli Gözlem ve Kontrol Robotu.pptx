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9" r:id="rId3"/>
    <p:sldId id="265" r:id="rId4"/>
    <p:sldId id="271" r:id="rId5"/>
    <p:sldId id="289" r:id="rId6"/>
    <p:sldId id="270" r:id="rId7"/>
    <p:sldId id="268" r:id="rId8"/>
    <p:sldId id="269" r:id="rId9"/>
    <p:sldId id="274" r:id="rId10"/>
    <p:sldId id="275" r:id="rId11"/>
    <p:sldId id="276" r:id="rId12"/>
    <p:sldId id="279" r:id="rId13"/>
    <p:sldId id="278" r:id="rId14"/>
    <p:sldId id="280" r:id="rId15"/>
    <p:sldId id="281" r:id="rId16"/>
    <p:sldId id="282" r:id="rId17"/>
    <p:sldId id="283" r:id="rId18"/>
    <p:sldId id="284" r:id="rId19"/>
    <p:sldId id="287" r:id="rId20"/>
    <p:sldId id="277" r:id="rId21"/>
    <p:sldId id="28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rt Özçakan" initials="MÖ" lastIdx="1" clrIdx="0">
    <p:extLst>
      <p:ext uri="{19B8F6BF-5375-455C-9EA6-DF929625EA0E}">
        <p15:presenceInfo xmlns:p15="http://schemas.microsoft.com/office/powerpoint/2012/main" userId="b7c9da540746ed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3B385C-2AAB-22EB-15A7-5B8733E889ED}" v="15" dt="2021-12-12T00:05:22.517"/>
    <p1510:client id="{31354928-DBB5-AD31-C9A6-12FC37C835F4}" v="104" dt="2021-12-20T00:19:39.532"/>
    <p1510:client id="{39C03F23-2194-08F4-2149-8A317863FBD3}" v="301" dt="2021-12-19T19:08:48.278"/>
    <p1510:client id="{635D6AC7-151C-F024-1559-BF3AFBBEFF2B}" v="29" dt="2021-11-22T01:16:18.104"/>
    <p1510:client id="{8C302687-64D8-433A-BB3D-ACB49C761600}" v="621" dt="2021-12-03T18:10:52.133"/>
    <p1510:client id="{B76CE6C6-50FC-1038-DB01-13B12A7F4DC4}" v="31" dt="2021-12-11T17:35:03.877"/>
    <p1510:client id="{B81573A1-749A-AA0A-BB85-BE357F349084}" v="27" dt="2021-12-11T18:47:15.349"/>
    <p1510:client id="{C6808DDA-B065-D00F-775B-D05A16CA9E56}" v="712" dt="2021-12-11T17:02:12.129"/>
    <p1510:client id="{D183E667-AE13-DE94-1B4C-A376AFA2D916}" v="6" dt="2021-12-04T19:29:46.398"/>
    <p1510:client id="{FA6D0B53-3B0A-272E-DD17-3EB848594F86}" v="2" dt="2021-11-22T01:20:03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ENES TURAL" userId="S::htural15@posta.pau.edu.tr::aaca0381-9e49-42b1-b904-bffee528d2d2" providerId="AD" clId="Web-{133B385C-2AAB-22EB-15A7-5B8733E889ED}"/>
    <pc:docChg chg="modSld">
      <pc:chgData name="HASAN ENES TURAL" userId="S::htural15@posta.pau.edu.tr::aaca0381-9e49-42b1-b904-bffee528d2d2" providerId="AD" clId="Web-{133B385C-2AAB-22EB-15A7-5B8733E889ED}" dt="2021-12-12T00:05:22.517" v="14" actId="20577"/>
      <pc:docMkLst>
        <pc:docMk/>
      </pc:docMkLst>
      <pc:sldChg chg="modSp">
        <pc:chgData name="HASAN ENES TURAL" userId="S::htural15@posta.pau.edu.tr::aaca0381-9e49-42b1-b904-bffee528d2d2" providerId="AD" clId="Web-{133B385C-2AAB-22EB-15A7-5B8733E889ED}" dt="2021-12-12T00:05:22.517" v="14" actId="20577"/>
        <pc:sldMkLst>
          <pc:docMk/>
          <pc:sldMk cId="1698165197" sldId="281"/>
        </pc:sldMkLst>
        <pc:spChg chg="mod">
          <ac:chgData name="HASAN ENES TURAL" userId="S::htural15@posta.pau.edu.tr::aaca0381-9e49-42b1-b904-bffee528d2d2" providerId="AD" clId="Web-{133B385C-2AAB-22EB-15A7-5B8733E889ED}" dt="2021-12-12T00:05:22.517" v="14" actId="20577"/>
          <ac:spMkLst>
            <pc:docMk/>
            <pc:sldMk cId="1698165197" sldId="281"/>
            <ac:spMk id="3" creationId="{E72DECC6-8E33-4117-A261-4A4704EB3E77}"/>
          </ac:spMkLst>
        </pc:spChg>
      </pc:sldChg>
    </pc:docChg>
  </pc:docChgLst>
  <pc:docChgLst>
    <pc:chgData name="HASAN ENES TURAL" userId="S::htural15@posta.pau.edu.tr::aaca0381-9e49-42b1-b904-bffee528d2d2" providerId="AD" clId="Web-{8C302687-64D8-433A-BB3D-ACB49C761600}"/>
    <pc:docChg chg="addSld delSld modSld">
      <pc:chgData name="HASAN ENES TURAL" userId="S::htural15@posta.pau.edu.tr::aaca0381-9e49-42b1-b904-bffee528d2d2" providerId="AD" clId="Web-{8C302687-64D8-433A-BB3D-ACB49C761600}" dt="2021-12-03T18:10:52.133" v="611"/>
      <pc:docMkLst>
        <pc:docMk/>
      </pc:docMkLst>
      <pc:sldChg chg="modSp">
        <pc:chgData name="HASAN ENES TURAL" userId="S::htural15@posta.pau.edu.tr::aaca0381-9e49-42b1-b904-bffee528d2d2" providerId="AD" clId="Web-{8C302687-64D8-433A-BB3D-ACB49C761600}" dt="2021-12-03T17:43:39.755" v="478" actId="20577"/>
        <pc:sldMkLst>
          <pc:docMk/>
          <pc:sldMk cId="3781403915" sldId="265"/>
        </pc:sldMkLst>
        <pc:spChg chg="mod">
          <ac:chgData name="HASAN ENES TURAL" userId="S::htural15@posta.pau.edu.tr::aaca0381-9e49-42b1-b904-bffee528d2d2" providerId="AD" clId="Web-{8C302687-64D8-433A-BB3D-ACB49C761600}" dt="2021-12-03T17:43:39.755" v="478" actId="20577"/>
          <ac:spMkLst>
            <pc:docMk/>
            <pc:sldMk cId="3781403915" sldId="265"/>
            <ac:spMk id="5" creationId="{B7AA2F4C-61FE-4739-8633-79B3E3CFEB2A}"/>
          </ac:spMkLst>
        </pc:spChg>
      </pc:sldChg>
      <pc:sldChg chg="modSp">
        <pc:chgData name="HASAN ENES TURAL" userId="S::htural15@posta.pau.edu.tr::aaca0381-9e49-42b1-b904-bffee528d2d2" providerId="AD" clId="Web-{8C302687-64D8-433A-BB3D-ACB49C761600}" dt="2021-12-03T17:44:16.303" v="481" actId="20577"/>
        <pc:sldMkLst>
          <pc:docMk/>
          <pc:sldMk cId="239120467" sldId="270"/>
        </pc:sldMkLst>
        <pc:spChg chg="mod">
          <ac:chgData name="HASAN ENES TURAL" userId="S::htural15@posta.pau.edu.tr::aaca0381-9e49-42b1-b904-bffee528d2d2" providerId="AD" clId="Web-{8C302687-64D8-433A-BB3D-ACB49C761600}" dt="2021-12-03T17:44:16.303" v="481" actId="20577"/>
          <ac:spMkLst>
            <pc:docMk/>
            <pc:sldMk cId="239120467" sldId="270"/>
            <ac:spMk id="3" creationId="{D262E344-5D13-47A8-9B4A-A8D75587F61D}"/>
          </ac:spMkLst>
        </pc:spChg>
      </pc:sldChg>
      <pc:sldChg chg="del">
        <pc:chgData name="HASAN ENES TURAL" userId="S::htural15@posta.pau.edu.tr::aaca0381-9e49-42b1-b904-bffee528d2d2" providerId="AD" clId="Web-{8C302687-64D8-433A-BB3D-ACB49C761600}" dt="2021-12-03T17:16:41.876" v="0"/>
        <pc:sldMkLst>
          <pc:docMk/>
          <pc:sldMk cId="3297485396" sldId="272"/>
        </pc:sldMkLst>
      </pc:sldChg>
      <pc:sldChg chg="modSp">
        <pc:chgData name="HASAN ENES TURAL" userId="S::htural15@posta.pau.edu.tr::aaca0381-9e49-42b1-b904-bffee528d2d2" providerId="AD" clId="Web-{8C302687-64D8-433A-BB3D-ACB49C761600}" dt="2021-12-03T17:44:22.490" v="482" actId="20577"/>
        <pc:sldMkLst>
          <pc:docMk/>
          <pc:sldMk cId="757475459" sldId="274"/>
        </pc:sldMkLst>
        <pc:spChg chg="mod">
          <ac:chgData name="HASAN ENES TURAL" userId="S::htural15@posta.pau.edu.tr::aaca0381-9e49-42b1-b904-bffee528d2d2" providerId="AD" clId="Web-{8C302687-64D8-433A-BB3D-ACB49C761600}" dt="2021-12-03T17:44:22.490" v="482" actId="20577"/>
          <ac:spMkLst>
            <pc:docMk/>
            <pc:sldMk cId="757475459" sldId="274"/>
            <ac:spMk id="3" creationId="{7123E52A-BAF5-4550-834A-A36E840E185D}"/>
          </ac:spMkLst>
        </pc:spChg>
      </pc:sldChg>
      <pc:sldChg chg="modSp">
        <pc:chgData name="HASAN ENES TURAL" userId="S::htural15@posta.pau.edu.tr::aaca0381-9e49-42b1-b904-bffee528d2d2" providerId="AD" clId="Web-{8C302687-64D8-433A-BB3D-ACB49C761600}" dt="2021-12-03T17:45:00.585" v="487" actId="1076"/>
        <pc:sldMkLst>
          <pc:docMk/>
          <pc:sldMk cId="3417379303" sldId="276"/>
        </pc:sldMkLst>
        <pc:spChg chg="mod">
          <ac:chgData name="HASAN ENES TURAL" userId="S::htural15@posta.pau.edu.tr::aaca0381-9e49-42b1-b904-bffee528d2d2" providerId="AD" clId="Web-{8C302687-64D8-433A-BB3D-ACB49C761600}" dt="2021-12-03T17:45:00.585" v="487" actId="1076"/>
          <ac:spMkLst>
            <pc:docMk/>
            <pc:sldMk cId="3417379303" sldId="276"/>
            <ac:spMk id="3" creationId="{797C3E25-4416-4A2D-A2C8-ACC6F9291E10}"/>
          </ac:spMkLst>
        </pc:spChg>
      </pc:sldChg>
      <pc:sldChg chg="modSp new">
        <pc:chgData name="HASAN ENES TURAL" userId="S::htural15@posta.pau.edu.tr::aaca0381-9e49-42b1-b904-bffee528d2d2" providerId="AD" clId="Web-{8C302687-64D8-433A-BB3D-ACB49C761600}" dt="2021-12-03T18:10:52.133" v="611"/>
        <pc:sldMkLst>
          <pc:docMk/>
          <pc:sldMk cId="2317999541" sldId="277"/>
        </pc:sldMkLst>
        <pc:spChg chg="mod">
          <ac:chgData name="HASAN ENES TURAL" userId="S::htural15@posta.pau.edu.tr::aaca0381-9e49-42b1-b904-bffee528d2d2" providerId="AD" clId="Web-{8C302687-64D8-433A-BB3D-ACB49C761600}" dt="2021-12-03T18:04:52.610" v="530" actId="20577"/>
          <ac:spMkLst>
            <pc:docMk/>
            <pc:sldMk cId="2317999541" sldId="277"/>
            <ac:spMk id="2" creationId="{34CBB924-2FC2-4C02-8978-344D6B770757}"/>
          </ac:spMkLst>
        </pc:spChg>
        <pc:spChg chg="mod">
          <ac:chgData name="HASAN ENES TURAL" userId="S::htural15@posta.pau.edu.tr::aaca0381-9e49-42b1-b904-bffee528d2d2" providerId="AD" clId="Web-{8C302687-64D8-433A-BB3D-ACB49C761600}" dt="2021-12-03T18:10:52.133" v="611"/>
          <ac:spMkLst>
            <pc:docMk/>
            <pc:sldMk cId="2317999541" sldId="277"/>
            <ac:spMk id="3" creationId="{B8301557-F881-44AE-8C07-FF9132D4ADB7}"/>
          </ac:spMkLst>
        </pc:spChg>
      </pc:sldChg>
      <pc:sldChg chg="del">
        <pc:chgData name="HASAN ENES TURAL" userId="S::htural15@posta.pau.edu.tr::aaca0381-9e49-42b1-b904-bffee528d2d2" providerId="AD" clId="Web-{8C302687-64D8-433A-BB3D-ACB49C761600}" dt="2021-12-03T17:16:54.392" v="1"/>
        <pc:sldMkLst>
          <pc:docMk/>
          <pc:sldMk cId="4229559739" sldId="277"/>
        </pc:sldMkLst>
      </pc:sldChg>
      <pc:sldChg chg="addSp delSp modSp new">
        <pc:chgData name="HASAN ENES TURAL" userId="S::htural15@posta.pau.edu.tr::aaca0381-9e49-42b1-b904-bffee528d2d2" providerId="AD" clId="Web-{8C302687-64D8-433A-BB3D-ACB49C761600}" dt="2021-12-03T17:23:56.933" v="42" actId="20577"/>
        <pc:sldMkLst>
          <pc:docMk/>
          <pc:sldMk cId="3488107876" sldId="278"/>
        </pc:sldMkLst>
        <pc:spChg chg="mod">
          <ac:chgData name="HASAN ENES TURAL" userId="S::htural15@posta.pau.edu.tr::aaca0381-9e49-42b1-b904-bffee528d2d2" providerId="AD" clId="Web-{8C302687-64D8-433A-BB3D-ACB49C761600}" dt="2021-12-03T17:22:07.837" v="32" actId="1076"/>
          <ac:spMkLst>
            <pc:docMk/>
            <pc:sldMk cId="3488107876" sldId="278"/>
            <ac:spMk id="2" creationId="{8BCF2589-293D-4E08-B011-7326EF46A923}"/>
          </ac:spMkLst>
        </pc:spChg>
        <pc:spChg chg="del">
          <ac:chgData name="HASAN ENES TURAL" userId="S::htural15@posta.pau.edu.tr::aaca0381-9e49-42b1-b904-bffee528d2d2" providerId="AD" clId="Web-{8C302687-64D8-433A-BB3D-ACB49C761600}" dt="2021-12-03T17:22:42.354" v="35"/>
          <ac:spMkLst>
            <pc:docMk/>
            <pc:sldMk cId="3488107876" sldId="278"/>
            <ac:spMk id="3" creationId="{3CDAAC79-8C36-4451-95DB-1716C88BA484}"/>
          </ac:spMkLst>
        </pc:spChg>
        <pc:spChg chg="add mod">
          <ac:chgData name="HASAN ENES TURAL" userId="S::htural15@posta.pau.edu.tr::aaca0381-9e49-42b1-b904-bffee528d2d2" providerId="AD" clId="Web-{8C302687-64D8-433A-BB3D-ACB49C761600}" dt="2021-12-03T17:23:56.933" v="42" actId="20577"/>
          <ac:spMkLst>
            <pc:docMk/>
            <pc:sldMk cId="3488107876" sldId="278"/>
            <ac:spMk id="4" creationId="{7CC16ABA-D769-43AE-80A1-38609FB686F2}"/>
          </ac:spMkLst>
        </pc:spChg>
      </pc:sldChg>
      <pc:sldChg chg="modSp new">
        <pc:chgData name="HASAN ENES TURAL" userId="S::htural15@posta.pau.edu.tr::aaca0381-9e49-42b1-b904-bffee528d2d2" providerId="AD" clId="Web-{8C302687-64D8-433A-BB3D-ACB49C761600}" dt="2021-12-03T17:46:37.993" v="507" actId="20577"/>
        <pc:sldMkLst>
          <pc:docMk/>
          <pc:sldMk cId="2609093435" sldId="279"/>
        </pc:sldMkLst>
        <pc:spChg chg="mod">
          <ac:chgData name="HASAN ENES TURAL" userId="S::htural15@posta.pau.edu.tr::aaca0381-9e49-42b1-b904-bffee528d2d2" providerId="AD" clId="Web-{8C302687-64D8-433A-BB3D-ACB49C761600}" dt="2021-12-03T17:22:29.854" v="34" actId="1076"/>
          <ac:spMkLst>
            <pc:docMk/>
            <pc:sldMk cId="2609093435" sldId="279"/>
            <ac:spMk id="2" creationId="{DDCA004F-26DA-48C1-9A35-82940C6F5019}"/>
          </ac:spMkLst>
        </pc:spChg>
        <pc:spChg chg="mod">
          <ac:chgData name="HASAN ENES TURAL" userId="S::htural15@posta.pau.edu.tr::aaca0381-9e49-42b1-b904-bffee528d2d2" providerId="AD" clId="Web-{8C302687-64D8-433A-BB3D-ACB49C761600}" dt="2021-12-03T17:46:37.993" v="507" actId="20577"/>
          <ac:spMkLst>
            <pc:docMk/>
            <pc:sldMk cId="2609093435" sldId="279"/>
            <ac:spMk id="3" creationId="{861DBD42-0B01-46F7-B4FE-4A8B2D94C0DB}"/>
          </ac:spMkLst>
        </pc:spChg>
      </pc:sldChg>
    </pc:docChg>
  </pc:docChgLst>
  <pc:docChgLst>
    <pc:chgData name="HASAN ENES TURAL" userId="S::htural15@posta.pau.edu.tr::aaca0381-9e49-42b1-b904-bffee528d2d2" providerId="AD" clId="Web-{B81573A1-749A-AA0A-BB85-BE357F349084}"/>
    <pc:docChg chg="addSld modSld">
      <pc:chgData name="HASAN ENES TURAL" userId="S::htural15@posta.pau.edu.tr::aaca0381-9e49-42b1-b904-bffee528d2d2" providerId="AD" clId="Web-{B81573A1-749A-AA0A-BB85-BE357F349084}" dt="2021-12-11T18:47:11.458" v="23" actId="20577"/>
      <pc:docMkLst>
        <pc:docMk/>
      </pc:docMkLst>
      <pc:sldChg chg="modSp">
        <pc:chgData name="HASAN ENES TURAL" userId="S::htural15@posta.pau.edu.tr::aaca0381-9e49-42b1-b904-bffee528d2d2" providerId="AD" clId="Web-{B81573A1-749A-AA0A-BB85-BE357F349084}" dt="2021-12-11T18:47:11.458" v="23" actId="20577"/>
        <pc:sldMkLst>
          <pc:docMk/>
          <pc:sldMk cId="3193587420" sldId="280"/>
        </pc:sldMkLst>
        <pc:spChg chg="mod">
          <ac:chgData name="HASAN ENES TURAL" userId="S::htural15@posta.pau.edu.tr::aaca0381-9e49-42b1-b904-bffee528d2d2" providerId="AD" clId="Web-{B81573A1-749A-AA0A-BB85-BE357F349084}" dt="2021-12-11T18:47:11.458" v="23" actId="20577"/>
          <ac:spMkLst>
            <pc:docMk/>
            <pc:sldMk cId="3193587420" sldId="280"/>
            <ac:spMk id="3" creationId="{BD253683-57E7-4721-95FA-C91631CB437B}"/>
          </ac:spMkLst>
        </pc:spChg>
      </pc:sldChg>
      <pc:sldChg chg="modSp new">
        <pc:chgData name="HASAN ENES TURAL" userId="S::htural15@posta.pau.edu.tr::aaca0381-9e49-42b1-b904-bffee528d2d2" providerId="AD" clId="Web-{B81573A1-749A-AA0A-BB85-BE357F349084}" dt="2021-12-11T18:34:51.043" v="16" actId="1076"/>
        <pc:sldMkLst>
          <pc:docMk/>
          <pc:sldMk cId="998383740" sldId="282"/>
        </pc:sldMkLst>
        <pc:spChg chg="mod">
          <ac:chgData name="HASAN ENES TURAL" userId="S::htural15@posta.pau.edu.tr::aaca0381-9e49-42b1-b904-bffee528d2d2" providerId="AD" clId="Web-{B81573A1-749A-AA0A-BB85-BE357F349084}" dt="2021-12-11T18:33:56.886" v="8" actId="1076"/>
          <ac:spMkLst>
            <pc:docMk/>
            <pc:sldMk cId="998383740" sldId="282"/>
            <ac:spMk id="2" creationId="{45E72A9D-2BBC-4FFC-977C-F1BEF1E7F228}"/>
          </ac:spMkLst>
        </pc:spChg>
        <pc:spChg chg="mod">
          <ac:chgData name="HASAN ENES TURAL" userId="S::htural15@posta.pau.edu.tr::aaca0381-9e49-42b1-b904-bffee528d2d2" providerId="AD" clId="Web-{B81573A1-749A-AA0A-BB85-BE357F349084}" dt="2021-12-11T18:34:51.043" v="16" actId="1076"/>
          <ac:spMkLst>
            <pc:docMk/>
            <pc:sldMk cId="998383740" sldId="282"/>
            <ac:spMk id="3" creationId="{E5E8CD95-D46D-498E-8143-F03C005A444C}"/>
          </ac:spMkLst>
        </pc:spChg>
      </pc:sldChg>
    </pc:docChg>
  </pc:docChgLst>
  <pc:docChgLst>
    <pc:chgData name="HASAN ENES TURAL" userId="S::htural15@posta.pau.edu.tr::aaca0381-9e49-42b1-b904-bffee528d2d2" providerId="AD" clId="Web-{C6808DDA-B065-D00F-775B-D05A16CA9E56}"/>
    <pc:docChg chg="addSld modSld">
      <pc:chgData name="HASAN ENES TURAL" userId="S::htural15@posta.pau.edu.tr::aaca0381-9e49-42b1-b904-bffee528d2d2" providerId="AD" clId="Web-{C6808DDA-B065-D00F-775B-D05A16CA9E56}" dt="2021-12-11T17:02:12.176" v="711" actId="20577"/>
      <pc:docMkLst>
        <pc:docMk/>
      </pc:docMkLst>
      <pc:sldChg chg="modSp">
        <pc:chgData name="HASAN ENES TURAL" userId="S::htural15@posta.pau.edu.tr::aaca0381-9e49-42b1-b904-bffee528d2d2" providerId="AD" clId="Web-{C6808DDA-B065-D00F-775B-D05A16CA9E56}" dt="2021-12-11T16:43:13.171" v="78" actId="20577"/>
        <pc:sldMkLst>
          <pc:docMk/>
          <pc:sldMk cId="2317999541" sldId="277"/>
        </pc:sldMkLst>
        <pc:spChg chg="mod">
          <ac:chgData name="HASAN ENES TURAL" userId="S::htural15@posta.pau.edu.tr::aaca0381-9e49-42b1-b904-bffee528d2d2" providerId="AD" clId="Web-{C6808DDA-B065-D00F-775B-D05A16CA9E56}" dt="2021-12-11T16:43:13.171" v="78" actId="20577"/>
          <ac:spMkLst>
            <pc:docMk/>
            <pc:sldMk cId="2317999541" sldId="277"/>
            <ac:spMk id="3" creationId="{B8301557-F881-44AE-8C07-FF9132D4ADB7}"/>
          </ac:spMkLst>
        </pc:spChg>
      </pc:sldChg>
      <pc:sldChg chg="modSp new">
        <pc:chgData name="HASAN ENES TURAL" userId="S::htural15@posta.pau.edu.tr::aaca0381-9e49-42b1-b904-bffee528d2d2" providerId="AD" clId="Web-{C6808DDA-B065-D00F-775B-D05A16CA9E56}" dt="2021-12-11T17:02:12.176" v="711" actId="20577"/>
        <pc:sldMkLst>
          <pc:docMk/>
          <pc:sldMk cId="3193587420" sldId="280"/>
        </pc:sldMkLst>
        <pc:spChg chg="mod">
          <ac:chgData name="HASAN ENES TURAL" userId="S::htural15@posta.pau.edu.tr::aaca0381-9e49-42b1-b904-bffee528d2d2" providerId="AD" clId="Web-{C6808DDA-B065-D00F-775B-D05A16CA9E56}" dt="2021-12-11T16:45:31.627" v="92" actId="20577"/>
          <ac:spMkLst>
            <pc:docMk/>
            <pc:sldMk cId="3193587420" sldId="280"/>
            <ac:spMk id="2" creationId="{46BB9B77-4821-4FAF-A34B-DAD2624F117C}"/>
          </ac:spMkLst>
        </pc:spChg>
        <pc:spChg chg="mod">
          <ac:chgData name="HASAN ENES TURAL" userId="S::htural15@posta.pau.edu.tr::aaca0381-9e49-42b1-b904-bffee528d2d2" providerId="AD" clId="Web-{C6808DDA-B065-D00F-775B-D05A16CA9E56}" dt="2021-12-11T17:02:12.176" v="711" actId="20577"/>
          <ac:spMkLst>
            <pc:docMk/>
            <pc:sldMk cId="3193587420" sldId="280"/>
            <ac:spMk id="3" creationId="{BD253683-57E7-4721-95FA-C91631CB437B}"/>
          </ac:spMkLst>
        </pc:spChg>
      </pc:sldChg>
    </pc:docChg>
  </pc:docChgLst>
  <pc:docChgLst>
    <pc:chgData name="HASAN ENES TURAL" userId="S::htural15@posta.pau.edu.tr::aaca0381-9e49-42b1-b904-bffee528d2d2" providerId="AD" clId="Web-{39C03F23-2194-08F4-2149-8A317863FBD3}"/>
    <pc:docChg chg="addSld modSld">
      <pc:chgData name="HASAN ENES TURAL" userId="S::htural15@posta.pau.edu.tr::aaca0381-9e49-42b1-b904-bffee528d2d2" providerId="AD" clId="Web-{39C03F23-2194-08F4-2149-8A317863FBD3}" dt="2021-12-19T19:08:48.278" v="297" actId="1076"/>
      <pc:docMkLst>
        <pc:docMk/>
      </pc:docMkLst>
      <pc:sldChg chg="modSp">
        <pc:chgData name="HASAN ENES TURAL" userId="S::htural15@posta.pau.edu.tr::aaca0381-9e49-42b1-b904-bffee528d2d2" providerId="AD" clId="Web-{39C03F23-2194-08F4-2149-8A317863FBD3}" dt="2021-12-19T18:58:47.200" v="9" actId="1076"/>
        <pc:sldMkLst>
          <pc:docMk/>
          <pc:sldMk cId="2317999541" sldId="277"/>
        </pc:sldMkLst>
        <pc:spChg chg="mod">
          <ac:chgData name="HASAN ENES TURAL" userId="S::htural15@posta.pau.edu.tr::aaca0381-9e49-42b1-b904-bffee528d2d2" providerId="AD" clId="Web-{39C03F23-2194-08F4-2149-8A317863FBD3}" dt="2021-12-19T18:58:47.200" v="9" actId="1076"/>
          <ac:spMkLst>
            <pc:docMk/>
            <pc:sldMk cId="2317999541" sldId="277"/>
            <ac:spMk id="2" creationId="{34CBB924-2FC2-4C02-8978-344D6B770757}"/>
          </ac:spMkLst>
        </pc:spChg>
        <pc:spChg chg="mod">
          <ac:chgData name="HASAN ENES TURAL" userId="S::htural15@posta.pau.edu.tr::aaca0381-9e49-42b1-b904-bffee528d2d2" providerId="AD" clId="Web-{39C03F23-2194-08F4-2149-8A317863FBD3}" dt="2021-12-19T18:55:58.086" v="0"/>
          <ac:spMkLst>
            <pc:docMk/>
            <pc:sldMk cId="2317999541" sldId="277"/>
            <ac:spMk id="3" creationId="{B8301557-F881-44AE-8C07-FF9132D4ADB7}"/>
          </ac:spMkLst>
        </pc:spChg>
      </pc:sldChg>
      <pc:sldChg chg="modSp">
        <pc:chgData name="HASAN ENES TURAL" userId="S::htural15@posta.pau.edu.tr::aaca0381-9e49-42b1-b904-bffee528d2d2" providerId="AD" clId="Web-{39C03F23-2194-08F4-2149-8A317863FBD3}" dt="2021-12-19T18:57:52.261" v="2" actId="20577"/>
        <pc:sldMkLst>
          <pc:docMk/>
          <pc:sldMk cId="1698165197" sldId="281"/>
        </pc:sldMkLst>
        <pc:spChg chg="mod">
          <ac:chgData name="HASAN ENES TURAL" userId="S::htural15@posta.pau.edu.tr::aaca0381-9e49-42b1-b904-bffee528d2d2" providerId="AD" clId="Web-{39C03F23-2194-08F4-2149-8A317863FBD3}" dt="2021-12-19T18:57:52.261" v="2" actId="20577"/>
          <ac:spMkLst>
            <pc:docMk/>
            <pc:sldMk cId="1698165197" sldId="281"/>
            <ac:spMk id="3" creationId="{E72DECC6-8E33-4117-A261-4A4704EB3E77}"/>
          </ac:spMkLst>
        </pc:spChg>
      </pc:sldChg>
      <pc:sldChg chg="modSp new">
        <pc:chgData name="HASAN ENES TURAL" userId="S::htural15@posta.pau.edu.tr::aaca0381-9e49-42b1-b904-bffee528d2d2" providerId="AD" clId="Web-{39C03F23-2194-08F4-2149-8A317863FBD3}" dt="2021-12-19T19:04:23.677" v="273" actId="1076"/>
        <pc:sldMkLst>
          <pc:docMk/>
          <pc:sldMk cId="3702840989" sldId="283"/>
        </pc:sldMkLst>
        <pc:spChg chg="mod">
          <ac:chgData name="HASAN ENES TURAL" userId="S::htural15@posta.pau.edu.tr::aaca0381-9e49-42b1-b904-bffee528d2d2" providerId="AD" clId="Web-{39C03F23-2194-08F4-2149-8A317863FBD3}" dt="2021-12-19T18:59:08.623" v="19" actId="20577"/>
          <ac:spMkLst>
            <pc:docMk/>
            <pc:sldMk cId="3702840989" sldId="283"/>
            <ac:spMk id="2" creationId="{F94FDDE3-20D3-4350-9FFF-53949F4573D6}"/>
          </ac:spMkLst>
        </pc:spChg>
        <pc:spChg chg="mod">
          <ac:chgData name="HASAN ENES TURAL" userId="S::htural15@posta.pau.edu.tr::aaca0381-9e49-42b1-b904-bffee528d2d2" providerId="AD" clId="Web-{39C03F23-2194-08F4-2149-8A317863FBD3}" dt="2021-12-19T19:04:23.677" v="273" actId="1076"/>
          <ac:spMkLst>
            <pc:docMk/>
            <pc:sldMk cId="3702840989" sldId="283"/>
            <ac:spMk id="3" creationId="{CC437F20-D114-4700-86C6-18126C337B1E}"/>
          </ac:spMkLst>
        </pc:spChg>
      </pc:sldChg>
      <pc:sldChg chg="addSp delSp modSp new">
        <pc:chgData name="HASAN ENES TURAL" userId="S::htural15@posta.pau.edu.tr::aaca0381-9e49-42b1-b904-bffee528d2d2" providerId="AD" clId="Web-{39C03F23-2194-08F4-2149-8A317863FBD3}" dt="2021-12-19T19:08:48.278" v="297" actId="1076"/>
        <pc:sldMkLst>
          <pc:docMk/>
          <pc:sldMk cId="1263555279" sldId="284"/>
        </pc:sldMkLst>
        <pc:spChg chg="del">
          <ac:chgData name="HASAN ENES TURAL" userId="S::htural15@posta.pau.edu.tr::aaca0381-9e49-42b1-b904-bffee528d2d2" providerId="AD" clId="Web-{39C03F23-2194-08F4-2149-8A317863FBD3}" dt="2021-12-19T19:04:33.974" v="275"/>
          <ac:spMkLst>
            <pc:docMk/>
            <pc:sldMk cId="1263555279" sldId="284"/>
            <ac:spMk id="2" creationId="{3D992CDC-265B-41E1-B47F-7FE68C61585E}"/>
          </ac:spMkLst>
        </pc:spChg>
        <pc:spChg chg="del">
          <ac:chgData name="HASAN ENES TURAL" userId="S::htural15@posta.pau.edu.tr::aaca0381-9e49-42b1-b904-bffee528d2d2" providerId="AD" clId="Web-{39C03F23-2194-08F4-2149-8A317863FBD3}" dt="2021-12-19T19:04:35.068" v="276"/>
          <ac:spMkLst>
            <pc:docMk/>
            <pc:sldMk cId="1263555279" sldId="284"/>
            <ac:spMk id="3" creationId="{7B2126B6-2C28-4FC1-A2DC-E840EEC37D6B}"/>
          </ac:spMkLst>
        </pc:spChg>
        <pc:picChg chg="add mod">
          <ac:chgData name="HASAN ENES TURAL" userId="S::htural15@posta.pau.edu.tr::aaca0381-9e49-42b1-b904-bffee528d2d2" providerId="AD" clId="Web-{39C03F23-2194-08F4-2149-8A317863FBD3}" dt="2021-12-19T19:08:40.309" v="295" actId="14100"/>
          <ac:picMkLst>
            <pc:docMk/>
            <pc:sldMk cId="1263555279" sldId="284"/>
            <ac:picMk id="4" creationId="{41046929-4364-4092-8279-45EB647F5FCF}"/>
          </ac:picMkLst>
        </pc:picChg>
        <pc:picChg chg="add mod">
          <ac:chgData name="HASAN ENES TURAL" userId="S::htural15@posta.pau.edu.tr::aaca0381-9e49-42b1-b904-bffee528d2d2" providerId="AD" clId="Web-{39C03F23-2194-08F4-2149-8A317863FBD3}" dt="2021-12-19T19:08:48.278" v="297" actId="1076"/>
          <ac:picMkLst>
            <pc:docMk/>
            <pc:sldMk cId="1263555279" sldId="284"/>
            <ac:picMk id="5" creationId="{C7B66CF9-D773-486F-85DC-04EC81370263}"/>
          </ac:picMkLst>
        </pc:picChg>
        <pc:picChg chg="add mod">
          <ac:chgData name="HASAN ENES TURAL" userId="S::htural15@posta.pau.edu.tr::aaca0381-9e49-42b1-b904-bffee528d2d2" providerId="AD" clId="Web-{39C03F23-2194-08F4-2149-8A317863FBD3}" dt="2021-12-19T19:08:42.981" v="296" actId="1076"/>
          <ac:picMkLst>
            <pc:docMk/>
            <pc:sldMk cId="1263555279" sldId="284"/>
            <ac:picMk id="6" creationId="{383DBBFE-60F1-40C7-A3DD-B75793EFBDD7}"/>
          </ac:picMkLst>
        </pc:picChg>
      </pc:sldChg>
    </pc:docChg>
  </pc:docChgLst>
  <pc:docChgLst>
    <pc:chgData name="HASAN ENES TURAL" userId="S::htural15@posta.pau.edu.tr::aaca0381-9e49-42b1-b904-bffee528d2d2" providerId="AD" clId="Web-{31354928-DBB5-AD31-C9A6-12FC37C835F4}"/>
    <pc:docChg chg="addSld delSld modSld">
      <pc:chgData name="HASAN ENES TURAL" userId="S::htural15@posta.pau.edu.tr::aaca0381-9e49-42b1-b904-bffee528d2d2" providerId="AD" clId="Web-{31354928-DBB5-AD31-C9A6-12FC37C835F4}" dt="2021-12-20T00:19:39.532" v="103" actId="14100"/>
      <pc:docMkLst>
        <pc:docMk/>
      </pc:docMkLst>
      <pc:sldChg chg="modSp">
        <pc:chgData name="HASAN ENES TURAL" userId="S::htural15@posta.pau.edu.tr::aaca0381-9e49-42b1-b904-bffee528d2d2" providerId="AD" clId="Web-{31354928-DBB5-AD31-C9A6-12FC37C835F4}" dt="2021-12-20T00:19:39.532" v="103" actId="14100"/>
        <pc:sldMkLst>
          <pc:docMk/>
          <pc:sldMk cId="3702840989" sldId="283"/>
        </pc:sldMkLst>
        <pc:spChg chg="mod">
          <ac:chgData name="HASAN ENES TURAL" userId="S::htural15@posta.pau.edu.tr::aaca0381-9e49-42b1-b904-bffee528d2d2" providerId="AD" clId="Web-{31354928-DBB5-AD31-C9A6-12FC37C835F4}" dt="2021-12-20T00:19:39.532" v="103" actId="14100"/>
          <ac:spMkLst>
            <pc:docMk/>
            <pc:sldMk cId="3702840989" sldId="283"/>
            <ac:spMk id="3" creationId="{CC437F20-D114-4700-86C6-18126C337B1E}"/>
          </ac:spMkLst>
        </pc:spChg>
      </pc:sldChg>
      <pc:sldChg chg="addSp delSp modSp mod setBg">
        <pc:chgData name="HASAN ENES TURAL" userId="S::htural15@posta.pau.edu.tr::aaca0381-9e49-42b1-b904-bffee528d2d2" providerId="AD" clId="Web-{31354928-DBB5-AD31-C9A6-12FC37C835F4}" dt="2021-12-20T00:11:42.658" v="12"/>
        <pc:sldMkLst>
          <pc:docMk/>
          <pc:sldMk cId="1263555279" sldId="284"/>
        </pc:sldMkLst>
        <pc:picChg chg="add mod">
          <ac:chgData name="HASAN ENES TURAL" userId="S::htural15@posta.pau.edu.tr::aaca0381-9e49-42b1-b904-bffee528d2d2" providerId="AD" clId="Web-{31354928-DBB5-AD31-C9A6-12FC37C835F4}" dt="2021-12-20T00:11:42.658" v="12"/>
          <ac:picMkLst>
            <pc:docMk/>
            <pc:sldMk cId="1263555279" sldId="284"/>
            <ac:picMk id="2" creationId="{788077E1-4E6E-4C31-A466-F82A14F05A8C}"/>
          </ac:picMkLst>
        </pc:picChg>
        <pc:picChg chg="add mod">
          <ac:chgData name="HASAN ENES TURAL" userId="S::htural15@posta.pau.edu.tr::aaca0381-9e49-42b1-b904-bffee528d2d2" providerId="AD" clId="Web-{31354928-DBB5-AD31-C9A6-12FC37C835F4}" dt="2021-12-20T00:11:42.658" v="12"/>
          <ac:picMkLst>
            <pc:docMk/>
            <pc:sldMk cId="1263555279" sldId="284"/>
            <ac:picMk id="3" creationId="{09486DA1-A412-4418-82D3-08603A2447B8}"/>
          </ac:picMkLst>
        </pc:picChg>
        <pc:picChg chg="del">
          <ac:chgData name="HASAN ENES TURAL" userId="S::htural15@posta.pau.edu.tr::aaca0381-9e49-42b1-b904-bffee528d2d2" providerId="AD" clId="Web-{31354928-DBB5-AD31-C9A6-12FC37C835F4}" dt="2021-12-20T00:07:42.690" v="0"/>
          <ac:picMkLst>
            <pc:docMk/>
            <pc:sldMk cId="1263555279" sldId="284"/>
            <ac:picMk id="4" creationId="{41046929-4364-4092-8279-45EB647F5FCF}"/>
          </ac:picMkLst>
        </pc:picChg>
        <pc:picChg chg="del">
          <ac:chgData name="HASAN ENES TURAL" userId="S::htural15@posta.pau.edu.tr::aaca0381-9e49-42b1-b904-bffee528d2d2" providerId="AD" clId="Web-{31354928-DBB5-AD31-C9A6-12FC37C835F4}" dt="2021-12-20T00:07:45.174" v="2"/>
          <ac:picMkLst>
            <pc:docMk/>
            <pc:sldMk cId="1263555279" sldId="284"/>
            <ac:picMk id="5" creationId="{C7B66CF9-D773-486F-85DC-04EC81370263}"/>
          </ac:picMkLst>
        </pc:picChg>
        <pc:picChg chg="del">
          <ac:chgData name="HASAN ENES TURAL" userId="S::htural15@posta.pau.edu.tr::aaca0381-9e49-42b1-b904-bffee528d2d2" providerId="AD" clId="Web-{31354928-DBB5-AD31-C9A6-12FC37C835F4}" dt="2021-12-20T00:07:43.065" v="1"/>
          <ac:picMkLst>
            <pc:docMk/>
            <pc:sldMk cId="1263555279" sldId="284"/>
            <ac:picMk id="6" creationId="{383DBBFE-60F1-40C7-A3DD-B75793EFBDD7}"/>
          </ac:picMkLst>
        </pc:picChg>
        <pc:cxnChg chg="add del">
          <ac:chgData name="HASAN ENES TURAL" userId="S::htural15@posta.pau.edu.tr::aaca0381-9e49-42b1-b904-bffee528d2d2" providerId="AD" clId="Web-{31354928-DBB5-AD31-C9A6-12FC37C835F4}" dt="2021-12-20T00:11:42.658" v="12"/>
          <ac:cxnSpMkLst>
            <pc:docMk/>
            <pc:sldMk cId="1263555279" sldId="284"/>
            <ac:cxnSpMk id="8" creationId="{06C1EAB2-66B1-4D5E-979D-B72DE15936D9}"/>
          </ac:cxnSpMkLst>
        </pc:cxnChg>
      </pc:sldChg>
      <pc:sldChg chg="addSp delSp modSp new">
        <pc:chgData name="HASAN ENES TURAL" userId="S::htural15@posta.pau.edu.tr::aaca0381-9e49-42b1-b904-bffee528d2d2" providerId="AD" clId="Web-{31354928-DBB5-AD31-C9A6-12FC37C835F4}" dt="2021-12-20T00:16:11.597" v="40" actId="14100"/>
        <pc:sldMkLst>
          <pc:docMk/>
          <pc:sldMk cId="1503835833" sldId="285"/>
        </pc:sldMkLst>
        <pc:spChg chg="del">
          <ac:chgData name="HASAN ENES TURAL" userId="S::htural15@posta.pau.edu.tr::aaca0381-9e49-42b1-b904-bffee528d2d2" providerId="AD" clId="Web-{31354928-DBB5-AD31-C9A6-12FC37C835F4}" dt="2021-12-20T00:11:51.518" v="14"/>
          <ac:spMkLst>
            <pc:docMk/>
            <pc:sldMk cId="1503835833" sldId="285"/>
            <ac:spMk id="2" creationId="{5915B901-7503-4335-B40A-4AFB3254BC79}"/>
          </ac:spMkLst>
        </pc:spChg>
        <pc:spChg chg="del">
          <ac:chgData name="HASAN ENES TURAL" userId="S::htural15@posta.pau.edu.tr::aaca0381-9e49-42b1-b904-bffee528d2d2" providerId="AD" clId="Web-{31354928-DBB5-AD31-C9A6-12FC37C835F4}" dt="2021-12-20T00:11:52.971" v="15"/>
          <ac:spMkLst>
            <pc:docMk/>
            <pc:sldMk cId="1503835833" sldId="285"/>
            <ac:spMk id="3" creationId="{9F26A916-89A1-4C5F-B759-D3E48F11E0D9}"/>
          </ac:spMkLst>
        </pc:spChg>
        <pc:picChg chg="add mod">
          <ac:chgData name="HASAN ENES TURAL" userId="S::htural15@posta.pau.edu.tr::aaca0381-9e49-42b1-b904-bffee528d2d2" providerId="AD" clId="Web-{31354928-DBB5-AD31-C9A6-12FC37C835F4}" dt="2021-12-20T00:16:11.597" v="40" actId="14100"/>
          <ac:picMkLst>
            <pc:docMk/>
            <pc:sldMk cId="1503835833" sldId="285"/>
            <ac:picMk id="4" creationId="{EC8DD127-062D-4FE8-AE9F-BCB969CB5C52}"/>
          </ac:picMkLst>
        </pc:picChg>
      </pc:sldChg>
      <pc:sldChg chg="delSp new del">
        <pc:chgData name="HASAN ENES TURAL" userId="S::htural15@posta.pau.edu.tr::aaca0381-9e49-42b1-b904-bffee528d2d2" providerId="AD" clId="Web-{31354928-DBB5-AD31-C9A6-12FC37C835F4}" dt="2021-12-20T00:16:26.676" v="41"/>
        <pc:sldMkLst>
          <pc:docMk/>
          <pc:sldMk cId="2364446506" sldId="286"/>
        </pc:sldMkLst>
        <pc:spChg chg="del">
          <ac:chgData name="HASAN ENES TURAL" userId="S::htural15@posta.pau.edu.tr::aaca0381-9e49-42b1-b904-bffee528d2d2" providerId="AD" clId="Web-{31354928-DBB5-AD31-C9A6-12FC37C835F4}" dt="2021-12-20T00:13:43.306" v="24"/>
          <ac:spMkLst>
            <pc:docMk/>
            <pc:sldMk cId="2364446506" sldId="286"/>
            <ac:spMk id="2" creationId="{42ED07E1-7A15-4630-A730-3C7544814EBF}"/>
          </ac:spMkLst>
        </pc:spChg>
        <pc:spChg chg="del">
          <ac:chgData name="HASAN ENES TURAL" userId="S::htural15@posta.pau.edu.tr::aaca0381-9e49-42b1-b904-bffee528d2d2" providerId="AD" clId="Web-{31354928-DBB5-AD31-C9A6-12FC37C835F4}" dt="2021-12-20T00:13:44.291" v="25"/>
          <ac:spMkLst>
            <pc:docMk/>
            <pc:sldMk cId="2364446506" sldId="286"/>
            <ac:spMk id="3" creationId="{2E7511B8-CD83-4CC4-B1AE-43ED58D4DAE4}"/>
          </ac:spMkLst>
        </pc:spChg>
      </pc:sldChg>
      <pc:sldChg chg="addSp delSp modSp new">
        <pc:chgData name="HASAN ENES TURAL" userId="S::htural15@posta.pau.edu.tr::aaca0381-9e49-42b1-b904-bffee528d2d2" providerId="AD" clId="Web-{31354928-DBB5-AD31-C9A6-12FC37C835F4}" dt="2021-12-20T00:16:05.847" v="39" actId="14100"/>
        <pc:sldMkLst>
          <pc:docMk/>
          <pc:sldMk cId="47231422" sldId="287"/>
        </pc:sldMkLst>
        <pc:spChg chg="del">
          <ac:chgData name="HASAN ENES TURAL" userId="S::htural15@posta.pau.edu.tr::aaca0381-9e49-42b1-b904-bffee528d2d2" providerId="AD" clId="Web-{31354928-DBB5-AD31-C9A6-12FC37C835F4}" dt="2021-12-20T00:14:27.747" v="27"/>
          <ac:spMkLst>
            <pc:docMk/>
            <pc:sldMk cId="47231422" sldId="287"/>
            <ac:spMk id="2" creationId="{811D34F4-02F5-42E8-9344-444645A4F741}"/>
          </ac:spMkLst>
        </pc:spChg>
        <pc:spChg chg="del">
          <ac:chgData name="HASAN ENES TURAL" userId="S::htural15@posta.pau.edu.tr::aaca0381-9e49-42b1-b904-bffee528d2d2" providerId="AD" clId="Web-{31354928-DBB5-AD31-C9A6-12FC37C835F4}" dt="2021-12-20T00:14:28.637" v="28"/>
          <ac:spMkLst>
            <pc:docMk/>
            <pc:sldMk cId="47231422" sldId="287"/>
            <ac:spMk id="3" creationId="{58E286DE-9F00-418F-9958-380C9E8B9229}"/>
          </ac:spMkLst>
        </pc:spChg>
        <pc:picChg chg="add mod">
          <ac:chgData name="HASAN ENES TURAL" userId="S::htural15@posta.pau.edu.tr::aaca0381-9e49-42b1-b904-bffee528d2d2" providerId="AD" clId="Web-{31354928-DBB5-AD31-C9A6-12FC37C835F4}" dt="2021-12-20T00:16:05.847" v="39" actId="14100"/>
          <ac:picMkLst>
            <pc:docMk/>
            <pc:sldMk cId="47231422" sldId="287"/>
            <ac:picMk id="4" creationId="{BFB3DF33-3F26-4EDB-B499-CC2B2ED8A6A3}"/>
          </ac:picMkLst>
        </pc:picChg>
      </pc:sldChg>
    </pc:docChg>
  </pc:docChgLst>
  <pc:docChgLst>
    <pc:chgData name="HASAN ENES TURAL" userId="S::htural15@posta.pau.edu.tr::aaca0381-9e49-42b1-b904-bffee528d2d2" providerId="AD" clId="Web-{FA6D0B53-3B0A-272E-DD17-3EB848594F86}"/>
    <pc:docChg chg="modSld">
      <pc:chgData name="HASAN ENES TURAL" userId="S::htural15@posta.pau.edu.tr::aaca0381-9e49-42b1-b904-bffee528d2d2" providerId="AD" clId="Web-{FA6D0B53-3B0A-272E-DD17-3EB848594F86}" dt="2021-11-22T01:20:01.385" v="0" actId="20577"/>
      <pc:docMkLst>
        <pc:docMk/>
      </pc:docMkLst>
      <pc:sldChg chg="modSp">
        <pc:chgData name="HASAN ENES TURAL" userId="S::htural15@posta.pau.edu.tr::aaca0381-9e49-42b1-b904-bffee528d2d2" providerId="AD" clId="Web-{FA6D0B53-3B0A-272E-DD17-3EB848594F86}" dt="2021-11-22T01:20:01.385" v="0" actId="20577"/>
        <pc:sldMkLst>
          <pc:docMk/>
          <pc:sldMk cId="1062294294" sldId="271"/>
        </pc:sldMkLst>
        <pc:spChg chg="mod">
          <ac:chgData name="HASAN ENES TURAL" userId="S::htural15@posta.pau.edu.tr::aaca0381-9e49-42b1-b904-bffee528d2d2" providerId="AD" clId="Web-{FA6D0B53-3B0A-272E-DD17-3EB848594F86}" dt="2021-11-22T01:20:01.385" v="0" actId="20577"/>
          <ac:spMkLst>
            <pc:docMk/>
            <pc:sldMk cId="1062294294" sldId="271"/>
            <ac:spMk id="2" creationId="{28A49B2D-BEC3-4427-B9D1-DD5C90A397BE}"/>
          </ac:spMkLst>
        </pc:spChg>
      </pc:sldChg>
    </pc:docChg>
  </pc:docChgLst>
  <pc:docChgLst>
    <pc:chgData name="HASAN ENES TURAL" userId="S::htural15@posta.pau.edu.tr::aaca0381-9e49-42b1-b904-bffee528d2d2" providerId="AD" clId="Web-{D183E667-AE13-DE94-1B4C-A376AFA2D916}"/>
    <pc:docChg chg="modSld">
      <pc:chgData name="HASAN ENES TURAL" userId="S::htural15@posta.pau.edu.tr::aaca0381-9e49-42b1-b904-bffee528d2d2" providerId="AD" clId="Web-{D183E667-AE13-DE94-1B4C-A376AFA2D916}" dt="2021-12-04T19:29:45.538" v="3" actId="20577"/>
      <pc:docMkLst>
        <pc:docMk/>
      </pc:docMkLst>
      <pc:sldChg chg="modSp">
        <pc:chgData name="HASAN ENES TURAL" userId="S::htural15@posta.pau.edu.tr::aaca0381-9e49-42b1-b904-bffee528d2d2" providerId="AD" clId="Web-{D183E667-AE13-DE94-1B4C-A376AFA2D916}" dt="2021-12-04T19:29:45.538" v="3" actId="20577"/>
        <pc:sldMkLst>
          <pc:docMk/>
          <pc:sldMk cId="2609093435" sldId="279"/>
        </pc:sldMkLst>
        <pc:spChg chg="mod">
          <ac:chgData name="HASAN ENES TURAL" userId="S::htural15@posta.pau.edu.tr::aaca0381-9e49-42b1-b904-bffee528d2d2" providerId="AD" clId="Web-{D183E667-AE13-DE94-1B4C-A376AFA2D916}" dt="2021-12-04T19:29:45.538" v="3" actId="20577"/>
          <ac:spMkLst>
            <pc:docMk/>
            <pc:sldMk cId="2609093435" sldId="279"/>
            <ac:spMk id="3" creationId="{861DBD42-0B01-46F7-B4FE-4A8B2D94C0DB}"/>
          </ac:spMkLst>
        </pc:spChg>
      </pc:sldChg>
    </pc:docChg>
  </pc:docChgLst>
  <pc:docChgLst>
    <pc:chgData name="HASAN ENES TURAL" userId="S::htural15@posta.pau.edu.tr::aaca0381-9e49-42b1-b904-bffee528d2d2" providerId="AD" clId="Web-{635D6AC7-151C-F024-1559-BF3AFBBEFF2B}"/>
    <pc:docChg chg="modSld">
      <pc:chgData name="HASAN ENES TURAL" userId="S::htural15@posta.pau.edu.tr::aaca0381-9e49-42b1-b904-bffee528d2d2" providerId="AD" clId="Web-{635D6AC7-151C-F024-1559-BF3AFBBEFF2B}" dt="2021-11-22T01:16:18.104" v="13" actId="1076"/>
      <pc:docMkLst>
        <pc:docMk/>
      </pc:docMkLst>
      <pc:sldChg chg="modSp">
        <pc:chgData name="HASAN ENES TURAL" userId="S::htural15@posta.pau.edu.tr::aaca0381-9e49-42b1-b904-bffee528d2d2" providerId="AD" clId="Web-{635D6AC7-151C-F024-1559-BF3AFBBEFF2B}" dt="2021-11-22T01:16:08.244" v="11" actId="1076"/>
        <pc:sldMkLst>
          <pc:docMk/>
          <pc:sldMk cId="4131890558" sldId="269"/>
        </pc:sldMkLst>
        <pc:spChg chg="mod">
          <ac:chgData name="HASAN ENES TURAL" userId="S::htural15@posta.pau.edu.tr::aaca0381-9e49-42b1-b904-bffee528d2d2" providerId="AD" clId="Web-{635D6AC7-151C-F024-1559-BF3AFBBEFF2B}" dt="2021-11-22T01:16:08.244" v="11" actId="1076"/>
          <ac:spMkLst>
            <pc:docMk/>
            <pc:sldMk cId="4131890558" sldId="269"/>
            <ac:spMk id="3" creationId="{0D653FAA-D457-43FC-BCBC-88DFD2B6648B}"/>
          </ac:spMkLst>
        </pc:spChg>
      </pc:sldChg>
      <pc:sldChg chg="modSp">
        <pc:chgData name="HASAN ENES TURAL" userId="S::htural15@posta.pau.edu.tr::aaca0381-9e49-42b1-b904-bffee528d2d2" providerId="AD" clId="Web-{635D6AC7-151C-F024-1559-BF3AFBBEFF2B}" dt="2021-11-22T01:16:18.104" v="13" actId="1076"/>
        <pc:sldMkLst>
          <pc:docMk/>
          <pc:sldMk cId="387943156" sldId="275"/>
        </pc:sldMkLst>
        <pc:spChg chg="mod">
          <ac:chgData name="HASAN ENES TURAL" userId="S::htural15@posta.pau.edu.tr::aaca0381-9e49-42b1-b904-bffee528d2d2" providerId="AD" clId="Web-{635D6AC7-151C-F024-1559-BF3AFBBEFF2B}" dt="2021-11-22T01:16:18.104" v="13" actId="1076"/>
          <ac:spMkLst>
            <pc:docMk/>
            <pc:sldMk cId="387943156" sldId="275"/>
            <ac:spMk id="5" creationId="{97E39C34-2302-468F-93C4-55DF8EF30B88}"/>
          </ac:spMkLst>
        </pc:spChg>
      </pc:sldChg>
    </pc:docChg>
  </pc:docChgLst>
  <pc:docChgLst>
    <pc:chgData name="HASAN ENES TURAL" userId="S::htural15@posta.pau.edu.tr::aaca0381-9e49-42b1-b904-bffee528d2d2" providerId="AD" clId="Web-{B76CE6C6-50FC-1038-DB01-13B12A7F4DC4}"/>
    <pc:docChg chg="addSld modSld">
      <pc:chgData name="HASAN ENES TURAL" userId="S::htural15@posta.pau.edu.tr::aaca0381-9e49-42b1-b904-bffee528d2d2" providerId="AD" clId="Web-{B76CE6C6-50FC-1038-DB01-13B12A7F4DC4}" dt="2021-12-11T17:35:03.877" v="28" actId="20577"/>
      <pc:docMkLst>
        <pc:docMk/>
      </pc:docMkLst>
      <pc:sldChg chg="modSp">
        <pc:chgData name="HASAN ENES TURAL" userId="S::htural15@posta.pau.edu.tr::aaca0381-9e49-42b1-b904-bffee528d2d2" providerId="AD" clId="Web-{B76CE6C6-50FC-1038-DB01-13B12A7F4DC4}" dt="2021-12-11T17:03:41.374" v="7" actId="20577"/>
        <pc:sldMkLst>
          <pc:docMk/>
          <pc:sldMk cId="3193587420" sldId="280"/>
        </pc:sldMkLst>
        <pc:spChg chg="mod">
          <ac:chgData name="HASAN ENES TURAL" userId="S::htural15@posta.pau.edu.tr::aaca0381-9e49-42b1-b904-bffee528d2d2" providerId="AD" clId="Web-{B76CE6C6-50FC-1038-DB01-13B12A7F4DC4}" dt="2021-12-11T17:03:41.374" v="7" actId="20577"/>
          <ac:spMkLst>
            <pc:docMk/>
            <pc:sldMk cId="3193587420" sldId="280"/>
            <ac:spMk id="3" creationId="{BD253683-57E7-4721-95FA-C91631CB437B}"/>
          </ac:spMkLst>
        </pc:spChg>
      </pc:sldChg>
      <pc:sldChg chg="delSp modSp new">
        <pc:chgData name="HASAN ENES TURAL" userId="S::htural15@posta.pau.edu.tr::aaca0381-9e49-42b1-b904-bffee528d2d2" providerId="AD" clId="Web-{B76CE6C6-50FC-1038-DB01-13B12A7F4DC4}" dt="2021-12-11T17:35:03.877" v="28" actId="20577"/>
        <pc:sldMkLst>
          <pc:docMk/>
          <pc:sldMk cId="1698165197" sldId="281"/>
        </pc:sldMkLst>
        <pc:spChg chg="del">
          <ac:chgData name="HASAN ENES TURAL" userId="S::htural15@posta.pau.edu.tr::aaca0381-9e49-42b1-b904-bffee528d2d2" providerId="AD" clId="Web-{B76CE6C6-50FC-1038-DB01-13B12A7F4DC4}" dt="2021-12-11T17:03:06.921" v="1"/>
          <ac:spMkLst>
            <pc:docMk/>
            <pc:sldMk cId="1698165197" sldId="281"/>
            <ac:spMk id="2" creationId="{ED63C803-8A83-4472-94EB-1DCF23DFE10C}"/>
          </ac:spMkLst>
        </pc:spChg>
        <pc:spChg chg="mod">
          <ac:chgData name="HASAN ENES TURAL" userId="S::htural15@posta.pau.edu.tr::aaca0381-9e49-42b1-b904-bffee528d2d2" providerId="AD" clId="Web-{B76CE6C6-50FC-1038-DB01-13B12A7F4DC4}" dt="2021-12-11T17:35:03.877" v="28" actId="20577"/>
          <ac:spMkLst>
            <pc:docMk/>
            <pc:sldMk cId="1698165197" sldId="281"/>
            <ac:spMk id="3" creationId="{E72DECC6-8E33-4117-A261-4A4704EB3E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1/5/2022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1/5/2022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1/5/2022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GNUFYq7rLWY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_bwWA28lkJg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837SVt6ZCEc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pNAwHoXXNyg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pNAwHoXXNyg" TargetMode="External"/><Relationship Id="rId2" Type="http://schemas.openxmlformats.org/officeDocument/2006/relationships/hyperlink" Target="https://youtu.be/K6zwO31bmg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88F85-625B-4DDE-B82D-5A03559F8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Hareketli Gözlem ve kontrol robotu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C4EF5-C8BA-489E-8232-56CE73B61C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Enes TURAL</a:t>
            </a:r>
          </a:p>
          <a:p>
            <a:r>
              <a:rPr lang="tr-TR" dirty="0"/>
              <a:t>15253506</a:t>
            </a:r>
          </a:p>
          <a:p>
            <a:r>
              <a:rPr lang="tr-TR" dirty="0"/>
              <a:t>Bilgisayar Mühendisliği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505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EE1B8E-D3EE-4706-8DA3-D9538767CC7A}"/>
              </a:ext>
            </a:extLst>
          </p:cNvPr>
          <p:cNvSpPr txBox="1"/>
          <p:nvPr/>
        </p:nvSpPr>
        <p:spPr>
          <a:xfrm>
            <a:off x="4558747" y="5490811"/>
            <a:ext cx="3074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0" i="0" dirty="0">
                <a:solidFill>
                  <a:srgbClr val="444444"/>
                </a:solidFill>
                <a:effectLst/>
                <a:latin typeface="Roboto" panose="02000000000000000000" pitchFamily="2" charset="0"/>
              </a:rPr>
              <a:t>           </a:t>
            </a:r>
            <a:r>
              <a:rPr lang="en-US" b="0" i="0" dirty="0">
                <a:solidFill>
                  <a:srgbClr val="444444"/>
                </a:solidFill>
                <a:effectLst/>
                <a:latin typeface="Roboto" panose="02000000000000000000" pitchFamily="2" charset="0"/>
              </a:rPr>
              <a:t>PTW-42-L 4WD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Roboto" panose="02000000000000000000" pitchFamily="2" charset="0"/>
              </a:rPr>
              <a:t>Inspection and Patrol Robot</a:t>
            </a:r>
          </a:p>
          <a:p>
            <a:r>
              <a:rPr lang="tr-TR" dirty="0"/>
              <a:t>              (13.500 $)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E58D73-DCE5-4DA7-95EE-17659E569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300" y="725171"/>
            <a:ext cx="4425398" cy="442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62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B8BE-6ABB-433B-B097-04322972B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30847"/>
            <a:ext cx="7729728" cy="1188720"/>
          </a:xfrm>
        </p:spPr>
        <p:txBody>
          <a:bodyPr/>
          <a:lstStyle/>
          <a:p>
            <a:r>
              <a:rPr lang="tr-TR" dirty="0"/>
              <a:t>Amaç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A2F4C-61FE-4739-8633-79B3E3CFEB2A}"/>
              </a:ext>
            </a:extLst>
          </p:cNvPr>
          <p:cNvSpPr txBox="1"/>
          <p:nvPr/>
        </p:nvSpPr>
        <p:spPr>
          <a:xfrm>
            <a:off x="934278" y="2272748"/>
            <a:ext cx="10323444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tr-TR" sz="2400" dirty="0">
                <a:latin typeface="Amasis MT Pro"/>
              </a:rPr>
              <a:t>Robotun ana görevi sistemsel değişiklikleri inceleyip rapor etmektir . </a:t>
            </a:r>
          </a:p>
          <a:p>
            <a:pPr algn="just"/>
            <a:endParaRPr lang="tr-TR" sz="2400" dirty="0">
              <a:latin typeface="Amasis MT Pro"/>
            </a:endParaRPr>
          </a:p>
          <a:p>
            <a:pPr algn="just"/>
            <a:r>
              <a:rPr lang="tr-TR" sz="2400" dirty="0">
                <a:latin typeface="Amasis MT Pro"/>
              </a:rPr>
              <a:t>Gövde kısmı kameranın uygun konumlandırılmasında kullanılacaktır . Uygun konum ve pozisyona getirilen kameradan alınan görüntü bilgisayarda işlenip pixel – temelli değişiklikler için uyarı vericektir. Bu sayede insanların başında aktif olarak beklemesi gerekmeden gözlem ve kontrol yapılabilecektir . </a:t>
            </a:r>
          </a:p>
          <a:p>
            <a:pPr algn="just"/>
            <a:endParaRPr lang="tr-TR" sz="2400" dirty="0">
              <a:latin typeface="Amasis MT Pro"/>
            </a:endParaRPr>
          </a:p>
          <a:p>
            <a:pPr algn="just"/>
            <a:r>
              <a:rPr lang="tr-TR" sz="2400" dirty="0">
                <a:latin typeface="Amasis MT Pro"/>
              </a:rPr>
              <a:t>Arabanın ve yükseltme platformunun uzaktan kontrolü için Arduino , görüntü işleme ve pixel temelli hareket sensörü için Python ve OpenCV kütüphanesi kullanılacaktır .</a:t>
            </a:r>
            <a:endParaRPr lang="en-US" sz="2400">
              <a:latin typeface="Amasis MT Pro"/>
            </a:endParaRPr>
          </a:p>
        </p:txBody>
      </p:sp>
    </p:spTree>
    <p:extLst>
      <p:ext uri="{BB962C8B-B14F-4D97-AF65-F5344CB8AC3E}">
        <p14:creationId xmlns:p14="http://schemas.microsoft.com/office/powerpoint/2010/main" val="3781403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9B2D-BEC3-4427-B9D1-DD5C90A39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10589"/>
            <a:ext cx="7729728" cy="1188720"/>
          </a:xfrm>
        </p:spPr>
        <p:txBody>
          <a:bodyPr/>
          <a:lstStyle/>
          <a:p>
            <a:r>
              <a:rPr lang="tr-TR" dirty="0"/>
              <a:t>tasarım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11E56-9364-4FD7-8CBA-FECF8F133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788" y="1810171"/>
            <a:ext cx="6940424" cy="432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94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3CC098-7D4C-4455-9D83-1FF5F6325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09" y="1352549"/>
            <a:ext cx="3438525" cy="4152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E636F7-7735-4AE3-AE4B-ACDC0B988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970" y="1989882"/>
            <a:ext cx="6600393" cy="287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90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DEDF1-5822-4E8A-9734-663234D8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01940"/>
            <a:ext cx="7729728" cy="1188720"/>
          </a:xfrm>
        </p:spPr>
        <p:txBody>
          <a:bodyPr/>
          <a:lstStyle/>
          <a:p>
            <a:r>
              <a:rPr lang="tr-TR" dirty="0"/>
              <a:t>Tasarım degisiklikleri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2E344-5D13-47A8-9B4A-A8D75587F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33600"/>
            <a:ext cx="7729728" cy="36064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tr-TR" sz="2400" dirty="0">
                <a:latin typeface="Amasis MT Pro"/>
              </a:rPr>
              <a:t>Gövdede sistem dengesizliğinin giderilmesi için hazır şasi kullanıldı 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tr-TR" sz="2400" dirty="0">
                <a:latin typeface="Amasis MT Pro"/>
              </a:rPr>
              <a:t>Motorlar için ayrı bir güç kaynağı eklendi . 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tr-TR" sz="2400" dirty="0">
                <a:latin typeface="Amasis MT Pro"/>
              </a:rPr>
              <a:t>HC-05 Bluetooth modülünün zarar görmemesi için güç kaynağı dengesizliklerinde RX pini bağlantısında kullanılmak üzere </a:t>
            </a:r>
            <a:r>
              <a:rPr lang="en-US" sz="2400" dirty="0" err="1">
                <a:latin typeface="Amasis MT Pro"/>
              </a:rPr>
              <a:t>Lojik</a:t>
            </a:r>
            <a:r>
              <a:rPr lang="en-US" sz="2400" dirty="0">
                <a:latin typeface="Amasis MT Pro"/>
              </a:rPr>
              <a:t> </a:t>
            </a:r>
            <a:r>
              <a:rPr lang="en-US" sz="2400" dirty="0" err="1">
                <a:latin typeface="Amasis MT Pro"/>
              </a:rPr>
              <a:t>Gerilim</a:t>
            </a:r>
            <a:r>
              <a:rPr lang="en-US" sz="2400" dirty="0">
                <a:latin typeface="Amasis MT Pro"/>
              </a:rPr>
              <a:t> </a:t>
            </a:r>
            <a:r>
              <a:rPr lang="en-US" sz="2400" dirty="0" err="1">
                <a:latin typeface="Amasis MT Pro"/>
              </a:rPr>
              <a:t>Seviye</a:t>
            </a:r>
            <a:r>
              <a:rPr lang="en-US" sz="2400" dirty="0">
                <a:latin typeface="Amasis MT Pro"/>
              </a:rPr>
              <a:t> </a:t>
            </a:r>
            <a:r>
              <a:rPr lang="en-US" sz="2400" dirty="0" err="1">
                <a:latin typeface="Amasis MT Pro"/>
              </a:rPr>
              <a:t>Dönüştürücü</a:t>
            </a:r>
            <a:r>
              <a:rPr lang="tr-TR" sz="2400" dirty="0">
                <a:latin typeface="Amasis MT Pro"/>
              </a:rPr>
              <a:t> (</a:t>
            </a:r>
            <a:r>
              <a:rPr lang="en-US" sz="2400" dirty="0">
                <a:latin typeface="Amasis MT Pro"/>
              </a:rPr>
              <a:t>Logic Level Converter</a:t>
            </a:r>
            <a:r>
              <a:rPr lang="tr-TR" sz="2400" dirty="0">
                <a:latin typeface="Amasis MT Pro"/>
              </a:rPr>
              <a:t>) devresi hazırlandı . </a:t>
            </a:r>
          </a:p>
          <a:p>
            <a:pPr>
              <a:buFont typeface="Wingdings" panose="05000000000000000000" pitchFamily="2" charset="2"/>
              <a:buChar char="v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9120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7376-850D-486A-8DB1-B5A7942E5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48056"/>
            <a:ext cx="7729728" cy="1188720"/>
          </a:xfrm>
        </p:spPr>
        <p:txBody>
          <a:bodyPr/>
          <a:lstStyle/>
          <a:p>
            <a:r>
              <a:rPr lang="tr-TR" dirty="0"/>
              <a:t>PIXEL TABANLI HAREKET ALGILAMA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35D52-C0CF-4A2E-AB68-5E7A4623D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818" y="2407869"/>
            <a:ext cx="4734586" cy="3143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6D325A-C9FA-452B-B22A-1F8C5EF88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595" y="2407869"/>
            <a:ext cx="4725059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02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FB48-1553-433A-8A1A-621427AA5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2692"/>
            <a:ext cx="7729728" cy="1188720"/>
          </a:xfrm>
        </p:spPr>
        <p:txBody>
          <a:bodyPr/>
          <a:lstStyle/>
          <a:p>
            <a:r>
              <a:rPr lang="tr-TR" dirty="0"/>
              <a:t>Deneme - 1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53FAA-D457-43FC-BCBC-88DFD2B6648B}"/>
              </a:ext>
            </a:extLst>
          </p:cNvPr>
          <p:cNvSpPr txBox="1"/>
          <p:nvPr/>
        </p:nvSpPr>
        <p:spPr>
          <a:xfrm>
            <a:off x="5536852" y="3075057"/>
            <a:ext cx="111829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tr-TR" sz="4000" dirty="0">
                <a:solidFill>
                  <a:srgbClr val="0070C0"/>
                </a:solidFill>
                <a:latin typeface="Arial Narrow"/>
                <a:hlinkClick r:id="rId2"/>
              </a:rPr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4131890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395C-2FB4-479B-AA95-CF5A869C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1168"/>
            <a:ext cx="7729728" cy="1188720"/>
          </a:xfrm>
        </p:spPr>
        <p:txBody>
          <a:bodyPr/>
          <a:lstStyle/>
          <a:p>
            <a:r>
              <a:rPr lang="tr-TR" dirty="0"/>
              <a:t>DeGerlendırme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3E52A-BAF5-4550-834A-A36E840E1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95727"/>
            <a:ext cx="7729728" cy="30629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sz="2400" b="1" dirty="0">
                <a:latin typeface="Amasis MT Pro"/>
              </a:rPr>
              <a:t>Tespit Edilen Sorun :  </a:t>
            </a:r>
            <a:r>
              <a:rPr lang="tr-TR" sz="2400" dirty="0">
                <a:latin typeface="Amasis MT Pro"/>
              </a:rPr>
              <a:t>Yetersiz Güç </a:t>
            </a:r>
          </a:p>
          <a:p>
            <a:pPr marL="0" indent="0">
              <a:buNone/>
            </a:pPr>
            <a:endParaRPr lang="tr-TR" sz="2400" dirty="0">
              <a:latin typeface="Amasis MT Pro"/>
            </a:endParaRPr>
          </a:p>
          <a:p>
            <a:pPr marL="0" indent="0">
              <a:buNone/>
            </a:pPr>
            <a:endParaRPr lang="tr-TR" sz="2400" dirty="0">
              <a:latin typeface="Amasis MT Pro"/>
            </a:endParaRPr>
          </a:p>
          <a:p>
            <a:pPr marL="0" indent="0">
              <a:buNone/>
            </a:pPr>
            <a:r>
              <a:rPr lang="tr-TR" sz="2400" b="1" dirty="0">
                <a:latin typeface="Amasis MT Pro"/>
              </a:rPr>
              <a:t>Üretilen Çözüm :  </a:t>
            </a:r>
            <a:r>
              <a:rPr lang="tr-TR" sz="2400" dirty="0">
                <a:latin typeface="Amasis MT Pro"/>
              </a:rPr>
              <a:t>Motor güç kaynağının 9V batarya ile değiştirilmesi</a:t>
            </a:r>
          </a:p>
          <a:p>
            <a:pPr marL="0" indent="0">
              <a:buNone/>
            </a:pPr>
            <a:endParaRPr lang="tr-TR" sz="2400" b="1" dirty="0"/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57475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AA9B-C80D-417F-AAD2-3F7692440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1168"/>
            <a:ext cx="7729728" cy="1188720"/>
          </a:xfrm>
        </p:spPr>
        <p:txBody>
          <a:bodyPr/>
          <a:lstStyle/>
          <a:p>
            <a:r>
              <a:rPr lang="tr-TR" dirty="0"/>
              <a:t>Deneme - II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39C34-2302-468F-93C4-55DF8EF30B88}"/>
              </a:ext>
            </a:extLst>
          </p:cNvPr>
          <p:cNvSpPr txBox="1"/>
          <p:nvPr/>
        </p:nvSpPr>
        <p:spPr>
          <a:xfrm>
            <a:off x="5527833" y="3075057"/>
            <a:ext cx="11363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tr-TR" sz="4000" dirty="0">
                <a:solidFill>
                  <a:srgbClr val="0070C0"/>
                </a:solidFill>
                <a:latin typeface="Arial Narrow"/>
                <a:hlinkClick r:id="rId2"/>
              </a:rPr>
              <a:t>LINK</a:t>
            </a:r>
            <a:endParaRPr lang="tr-TR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87943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94E9-CCA0-46AC-A267-50BA3560E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1168"/>
            <a:ext cx="7729728" cy="1188720"/>
          </a:xfrm>
        </p:spPr>
        <p:txBody>
          <a:bodyPr/>
          <a:lstStyle/>
          <a:p>
            <a:r>
              <a:rPr lang="tr-TR" dirty="0"/>
              <a:t>Degerlendırme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C3E25-4416-4A2D-A2C8-ACC6F9291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13449"/>
            <a:ext cx="7729728" cy="39705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sz="2400" b="1" dirty="0">
                <a:latin typeface="Amasis MT Pro"/>
              </a:rPr>
              <a:t>Tespit Edilen Sorun :  </a:t>
            </a:r>
            <a:r>
              <a:rPr lang="tr-TR" sz="2400" dirty="0">
                <a:latin typeface="Amasis MT Pro"/>
              </a:rPr>
              <a:t>Tekerleklerin kalite ve çapları sebebiyle yol tutuşları çok zayıf </a:t>
            </a:r>
          </a:p>
          <a:p>
            <a:pPr marL="0" indent="0">
              <a:buNone/>
            </a:pPr>
            <a:endParaRPr lang="tr-TR" sz="2400" dirty="0">
              <a:latin typeface="Amasis MT Pro"/>
            </a:endParaRPr>
          </a:p>
          <a:p>
            <a:pPr marL="0" indent="0">
              <a:buNone/>
            </a:pPr>
            <a:r>
              <a:rPr lang="tr-TR" sz="2400" b="1" dirty="0">
                <a:latin typeface="Amasis MT Pro"/>
              </a:rPr>
              <a:t>Üretilen Çözüm :  </a:t>
            </a:r>
            <a:r>
              <a:rPr lang="tr-TR" sz="2400" dirty="0">
                <a:latin typeface="Amasis MT Pro"/>
              </a:rPr>
              <a:t>Tekerleklerin üst seviye mechanum tekerlekler ile değiştirilmesi</a:t>
            </a:r>
          </a:p>
          <a:p>
            <a:pPr marL="0" indent="0">
              <a:buNone/>
            </a:pPr>
            <a:endParaRPr lang="tr-TR" sz="2400" dirty="0">
              <a:latin typeface="Amasis MT Pro"/>
            </a:endParaRPr>
          </a:p>
          <a:p>
            <a:pPr marL="0" indent="0">
              <a:buNone/>
            </a:pPr>
            <a:r>
              <a:rPr lang="tr-TR" sz="2400" b="1" u="sng" dirty="0">
                <a:latin typeface="Amasis MT Pro"/>
              </a:rPr>
              <a:t>NOT :</a:t>
            </a:r>
            <a:r>
              <a:rPr lang="tr-TR" sz="2400" b="1" dirty="0">
                <a:latin typeface="Amasis MT Pro"/>
              </a:rPr>
              <a:t>  </a:t>
            </a:r>
            <a:r>
              <a:rPr lang="tr-TR" sz="2400" dirty="0">
                <a:latin typeface="Amasis MT Pro"/>
              </a:rPr>
              <a:t>Arabanın hızı arttığı için arduino güç kaynağının sabitlenmesi gerekiyor , proje stabil hale gelene kadar ertelendi 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379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CA004F-26DA-48C1-9A35-82940C6F5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17070"/>
            <a:ext cx="7729728" cy="1188720"/>
          </a:xfrm>
        </p:spPr>
        <p:txBody>
          <a:bodyPr/>
          <a:lstStyle/>
          <a:p>
            <a:r>
              <a:rPr lang="tr-TR" dirty="0"/>
              <a:t>ekstra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61DBD42-0B01-46F7-B4FE-4A8B2D94C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626" y="1919177"/>
            <a:ext cx="7830369" cy="42234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tr-TR" sz="2400" dirty="0">
                <a:latin typeface="Amasis MT Pro"/>
              </a:rPr>
              <a:t>Tekerleklerin boyutu Arduino'nun USB portuna erişimi kapattı . Harici güç denemeleri bluetooth modülünde çökmelere neden oldu . Bu sorunun giderilmesi için Arduino saat yönünde 5 derece kadar döndürülüp vidaların salınım miktarı kadar kaydırıldı . </a:t>
            </a:r>
            <a:endParaRPr lang="tr-TR">
              <a:latin typeface="Amasis MT Pro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tr-TR" sz="2400" dirty="0">
                <a:latin typeface="Amasis MT Pro"/>
              </a:rPr>
              <a:t>Araba yön ve hareketinin düzeltilmesi için motor bağlantılarında kontroller ve değişiklikler yapıldı . 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tr-TR" sz="2400" dirty="0">
                <a:latin typeface="Amasis MT Pro"/>
              </a:rPr>
              <a:t>Motorlara verilen voltajın önerilen değerlere indirilmesi için 9v güç kaynağı değiştirilip 2 adet 18650 şarjlı pil eklendi .</a:t>
            </a:r>
          </a:p>
        </p:txBody>
      </p:sp>
    </p:spTree>
    <p:extLst>
      <p:ext uri="{BB962C8B-B14F-4D97-AF65-F5344CB8AC3E}">
        <p14:creationId xmlns:p14="http://schemas.microsoft.com/office/powerpoint/2010/main" val="2609093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CF2589-293D-4E08-B011-7326EF46A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17070"/>
            <a:ext cx="7729728" cy="1188720"/>
          </a:xfrm>
        </p:spPr>
        <p:txBody>
          <a:bodyPr/>
          <a:lstStyle/>
          <a:p>
            <a:r>
              <a:rPr lang="tr-TR" dirty="0"/>
              <a:t>DENEME - III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7CC16ABA-D769-43AE-80A1-38609FB686F2}"/>
              </a:ext>
            </a:extLst>
          </p:cNvPr>
          <p:cNvSpPr txBox="1"/>
          <p:nvPr/>
        </p:nvSpPr>
        <p:spPr>
          <a:xfrm>
            <a:off x="5515155" y="3071004"/>
            <a:ext cx="117606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4000" dirty="0">
                <a:solidFill>
                  <a:srgbClr val="0070C0"/>
                </a:solidFill>
                <a:latin typeface="Arial Narrow"/>
                <a:hlinkClick r:id="rId2"/>
              </a:rPr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3488107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BB9B77-4821-4FAF-A34B-DAD2624F1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17069"/>
            <a:ext cx="7729728" cy="1188720"/>
          </a:xfrm>
        </p:spPr>
        <p:txBody>
          <a:bodyPr/>
          <a:lstStyle/>
          <a:p>
            <a:r>
              <a:rPr lang="tr-TR" dirty="0"/>
              <a:t>IP Kamera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D253683-57E7-4721-95FA-C91631CB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06082"/>
            <a:ext cx="7729728" cy="36339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Courier New" panose="020B0604020202020204" pitchFamily="34" charset="0"/>
              <a:buChar char="o"/>
            </a:pPr>
            <a:r>
              <a:rPr lang="tr-TR" sz="2400" dirty="0">
                <a:latin typeface="Amasis MT Pro"/>
              </a:rPr>
              <a:t>360 derece dönebilen CCTV (Closed-Circuit Television) end to end şifreli bir IP kamera ve kameraya yükseklik verip görüş açısını açarak algoritmanın düzgün çalışmasını sağlayacak bir yükseltme paneli eklendi . </a:t>
            </a:r>
            <a:endParaRPr lang="tr-TR" dirty="0"/>
          </a:p>
          <a:p>
            <a:pPr algn="just">
              <a:buFont typeface="Courier New" panose="020B0604020202020204" pitchFamily="34" charset="0"/>
              <a:buChar char="o"/>
            </a:pPr>
            <a:r>
              <a:rPr lang="tr-TR" sz="2400" dirty="0">
                <a:latin typeface="Amasis MT Pro"/>
              </a:rPr>
              <a:t>Kamera erişimi kapalı devre ve </a:t>
            </a:r>
            <a:r>
              <a:rPr lang="tr-TR" sz="2400" dirty="0" err="1">
                <a:latin typeface="Amasis MT Pro"/>
              </a:rPr>
              <a:t>end-to-end</a:t>
            </a:r>
            <a:r>
              <a:rPr lang="tr-TR" sz="2400" dirty="0">
                <a:latin typeface="Amasis MT Pro"/>
              </a:rPr>
              <a:t> şifreleme özellikleri sebebiyle zorlaştı . Kolayca görüntü alıp işleyebilmek için sisteme bilgisayar bağlantısı eklendi  (Statik IP yayını olmaması nedeniyle)  .</a:t>
            </a:r>
          </a:p>
          <a:p>
            <a:pPr>
              <a:buFont typeface="Courier New" panose="020B0604020202020204" pitchFamily="34" charset="0"/>
              <a:buChar char="o"/>
            </a:pPr>
            <a:endParaRPr lang="tr-TR" sz="2400" dirty="0">
              <a:latin typeface="Amasis MT Pro"/>
            </a:endParaRPr>
          </a:p>
        </p:txBody>
      </p:sp>
    </p:spTree>
    <p:extLst>
      <p:ext uri="{BB962C8B-B14F-4D97-AF65-F5344CB8AC3E}">
        <p14:creationId xmlns:p14="http://schemas.microsoft.com/office/powerpoint/2010/main" val="3193587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72DECC6-8E33-4117-A261-4A4704EB3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876044"/>
            <a:ext cx="7729728" cy="31019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Courier New" panose="020B0604020202020204" pitchFamily="34" charset="0"/>
              <a:buChar char="o"/>
            </a:pPr>
            <a:r>
              <a:rPr lang="tr-TR" sz="2400" dirty="0">
                <a:latin typeface="Amasis MT Pro"/>
              </a:rPr>
              <a:t>Panel olarak ağırlık ve yer </a:t>
            </a:r>
            <a:r>
              <a:rPr lang="tr-TR" sz="2400" dirty="0" err="1">
                <a:latin typeface="Amasis MT Pro"/>
              </a:rPr>
              <a:t>kısıtı</a:t>
            </a:r>
            <a:r>
              <a:rPr lang="tr-TR" sz="2400" dirty="0">
                <a:latin typeface="Amasis MT Pro"/>
              </a:rPr>
              <a:t> olduğu için plastik materyalden hafif bir yükseklik kullanıldı. Kasise sabitlenmesi için çift taraflı yapışkan malzeme kullanıldı. Güvenlik kaygıları olsa da sistem ağırlığı çok arttığından dolayı sistem düşük </a:t>
            </a:r>
            <a:r>
              <a:rPr lang="tr-TR" sz="2400" dirty="0" err="1">
                <a:latin typeface="Amasis MT Pro"/>
              </a:rPr>
              <a:t>torkta</a:t>
            </a:r>
            <a:r>
              <a:rPr lang="tr-TR" sz="2400" dirty="0">
                <a:latin typeface="Amasis MT Pro"/>
              </a:rPr>
              <a:t> çalışıyor ve tehlikeli bir hareket sergilemiyor. ( Yine de ekstra tedbir için panel sağlamlaştırması yapılması planlanıyor ) 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8165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E72A9D-2BBC-4FFC-977C-F1BEF1E7F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17069"/>
            <a:ext cx="7729728" cy="1188720"/>
          </a:xfrm>
        </p:spPr>
        <p:txBody>
          <a:bodyPr/>
          <a:lstStyle/>
          <a:p>
            <a:r>
              <a:rPr lang="tr-TR" dirty="0"/>
              <a:t>Deneme - </a:t>
            </a:r>
            <a:r>
              <a:rPr lang="tr-TR" dirty="0" err="1"/>
              <a:t>ıV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5E8CD95-D46D-498E-8143-F03C005A4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9174" y="3069365"/>
            <a:ext cx="1173652" cy="7153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tr-TR" sz="4000" dirty="0">
                <a:solidFill>
                  <a:srgbClr val="0070C0"/>
                </a:solidFill>
                <a:latin typeface="Arial Narr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998383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94FDDE3-20D3-4350-9FFF-53949F457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17070"/>
            <a:ext cx="7729728" cy="1188720"/>
          </a:xfrm>
        </p:spPr>
        <p:txBody>
          <a:bodyPr/>
          <a:lstStyle/>
          <a:p>
            <a:r>
              <a:rPr lang="tr-TR" dirty="0" err="1"/>
              <a:t>Androıd</a:t>
            </a:r>
            <a:r>
              <a:rPr lang="tr-TR" dirty="0"/>
              <a:t> uygulaması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C437F20-D114-4700-86C6-18126C337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818535"/>
            <a:ext cx="7729728" cy="46691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ü"/>
            </a:pPr>
            <a:r>
              <a:rPr lang="tr-TR" sz="2400" dirty="0">
                <a:latin typeface="Amasis MT Pro"/>
              </a:rPr>
              <a:t>Uygulama tasarımında MIT APP INVENTOR 2 platformu kullanıldı.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tr-TR" sz="2400" dirty="0">
                <a:latin typeface="Amasis MT Pro"/>
              </a:rPr>
              <a:t>Taban (Araba) konumlandırmasından sonra kamera açısı ayarlamaları için Kamera uygulamasına yönlendirme eklendi.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tr-TR" sz="2400" dirty="0">
                <a:latin typeface="Amasis MT Pro"/>
              </a:rPr>
              <a:t>Kamera uygulamasından geri dönüş için bildirim eklendi.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tr-TR" sz="2400" dirty="0">
                <a:latin typeface="Amasis MT Pro"/>
              </a:rPr>
              <a:t>Yerel bildirimi uygulamaya eklemek için </a:t>
            </a:r>
            <a:r>
              <a:rPr lang="tr-TR" sz="2400" dirty="0" err="1">
                <a:latin typeface="Amasis MT Pro"/>
              </a:rPr>
              <a:t>NotificationStyle</a:t>
            </a:r>
            <a:r>
              <a:rPr lang="tr-TR" sz="2400" dirty="0">
                <a:latin typeface="Amasis MT Pro"/>
              </a:rPr>
              <a:t> eklentisi kullanıldı.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tr-TR" sz="2400" dirty="0" err="1">
                <a:latin typeface="Amasis MT Pro"/>
              </a:rPr>
              <a:t>Android</a:t>
            </a:r>
            <a:r>
              <a:rPr lang="tr-TR" sz="2400" dirty="0">
                <a:latin typeface="Amasis MT Pro"/>
              </a:rPr>
              <a:t> 11 izinlerinin ayarlanması için </a:t>
            </a:r>
            <a:r>
              <a:rPr lang="tr-TR" sz="2400" dirty="0" err="1">
                <a:latin typeface="Amasis MT Pro"/>
              </a:rPr>
              <a:t>TsfQueryAllPackages</a:t>
            </a:r>
            <a:r>
              <a:rPr lang="tr-TR" sz="2400" dirty="0">
                <a:latin typeface="Amasis MT Pro"/>
              </a:rPr>
              <a:t> eklentisi kullanıldı.</a:t>
            </a:r>
          </a:p>
        </p:txBody>
      </p:sp>
    </p:spTree>
    <p:extLst>
      <p:ext uri="{BB962C8B-B14F-4D97-AF65-F5344CB8AC3E}">
        <p14:creationId xmlns:p14="http://schemas.microsoft.com/office/powerpoint/2010/main" val="3702840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2" descr="ok içeren bir resim&#10;&#10;Açıklama otomatik olarak oluşturuldu">
            <a:extLst>
              <a:ext uri="{FF2B5EF4-FFF2-40B4-BE49-F238E27FC236}">
                <a16:creationId xmlns:a16="http://schemas.microsoft.com/office/drawing/2014/main" id="{788077E1-4E6E-4C31-A466-F82A14F05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07" y="638355"/>
            <a:ext cx="2833014" cy="5581290"/>
          </a:xfrm>
          <a:prstGeom prst="rect">
            <a:avLst/>
          </a:prstGeom>
        </p:spPr>
      </p:pic>
      <p:pic>
        <p:nvPicPr>
          <p:cNvPr id="4" name="Resim 4">
            <a:extLst>
              <a:ext uri="{FF2B5EF4-FFF2-40B4-BE49-F238E27FC236}">
                <a16:creationId xmlns:a16="http://schemas.microsoft.com/office/drawing/2014/main" id="{97C23E73-258A-42FA-BE7A-5406E0F97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199" y="996150"/>
            <a:ext cx="7259146" cy="48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55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69196A-86C9-433B-BEF8-6AAD824DC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52" y="647095"/>
            <a:ext cx="9226296" cy="556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1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CBB924-2FC2-4C02-8978-344D6B770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2693"/>
            <a:ext cx="7729728" cy="1188720"/>
          </a:xfrm>
        </p:spPr>
        <p:txBody>
          <a:bodyPr/>
          <a:lstStyle/>
          <a:p>
            <a:r>
              <a:rPr lang="tr-TR" sz="2800" dirty="0">
                <a:latin typeface="Amasis MT Pro"/>
              </a:rPr>
              <a:t>Python – Open CV hareket sensörü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0E3A92-9F70-4846-B13B-9F76A25E9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54" y="1818527"/>
            <a:ext cx="9725891" cy="483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99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E678-BF5F-4E45-98F3-5A67ADB9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1168"/>
            <a:ext cx="7729728" cy="1188720"/>
          </a:xfrm>
        </p:spPr>
        <p:txBody>
          <a:bodyPr/>
          <a:lstStyle/>
          <a:p>
            <a:r>
              <a:rPr lang="tr-TR" dirty="0"/>
              <a:t>Uygulama videosu</a:t>
            </a:r>
            <a:endParaRPr lang="en-US" dirty="0"/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97B59A6D-4517-4205-AFC8-1904C6C2C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9174" y="3069365"/>
            <a:ext cx="1173652" cy="7153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tr-TR" sz="4000" dirty="0">
                <a:solidFill>
                  <a:srgbClr val="0070C0"/>
                </a:solidFill>
                <a:latin typeface="Arial Narr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tr-TR" sz="4000" dirty="0">
              <a:solidFill>
                <a:srgbClr val="0070C0"/>
              </a:solidFill>
              <a:latin typeface="Arial Narrow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74417636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797</TotalTime>
  <Words>461</Words>
  <Application>Microsoft Office PowerPoint</Application>
  <PresentationFormat>Widescreen</PresentationFormat>
  <Paragraphs>55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Amasis MT Pro</vt:lpstr>
      <vt:lpstr>Arial</vt:lpstr>
      <vt:lpstr>Arial Narrow</vt:lpstr>
      <vt:lpstr>Courier New</vt:lpstr>
      <vt:lpstr>Gill Sans MT</vt:lpstr>
      <vt:lpstr>Roboto</vt:lpstr>
      <vt:lpstr>Wingdings</vt:lpstr>
      <vt:lpstr>Parcel</vt:lpstr>
      <vt:lpstr>Hareketli Gözlem ve kontrol robotu</vt:lpstr>
      <vt:lpstr>PowerPoint Presentation</vt:lpstr>
      <vt:lpstr>Amaç</vt:lpstr>
      <vt:lpstr>tasarım</vt:lpstr>
      <vt:lpstr>PowerPoint Presentation</vt:lpstr>
      <vt:lpstr>Tasarım degisiklikleri</vt:lpstr>
      <vt:lpstr>PIXEL TABANLI HAREKET ALGILAMA</vt:lpstr>
      <vt:lpstr>Deneme - 1</vt:lpstr>
      <vt:lpstr>DeGerlendırme</vt:lpstr>
      <vt:lpstr>Deneme - II</vt:lpstr>
      <vt:lpstr>Degerlendırme</vt:lpstr>
      <vt:lpstr>ekstra</vt:lpstr>
      <vt:lpstr>DENEME - III</vt:lpstr>
      <vt:lpstr>IP Kamera</vt:lpstr>
      <vt:lpstr>PowerPoint Presentation</vt:lpstr>
      <vt:lpstr>Deneme - ıV</vt:lpstr>
      <vt:lpstr>Androıd uygulaması</vt:lpstr>
      <vt:lpstr>PowerPoint Presentation</vt:lpstr>
      <vt:lpstr>PowerPoint Presentation</vt:lpstr>
      <vt:lpstr>Python – Open CV hareket sensörü</vt:lpstr>
      <vt:lpstr>Uygulama videosu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Günlük hayat için Hareketli Gözlem ve kontrol robotu</dc:title>
  <dc:creator>Mert Özçakan</dc:creator>
  <cp:lastModifiedBy>Mert Özçakan</cp:lastModifiedBy>
  <cp:revision>385</cp:revision>
  <dcterms:created xsi:type="dcterms:W3CDTF">2021-10-09T14:35:36Z</dcterms:created>
  <dcterms:modified xsi:type="dcterms:W3CDTF">2022-01-05T01:15:22Z</dcterms:modified>
</cp:coreProperties>
</file>